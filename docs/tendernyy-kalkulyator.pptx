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Задача поставлена 17 августа. Цифры из заявки 04.08.2026 и сводной 25.06.2026.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Тендерный калькулятор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6868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Артём Боровский, управление e-commerce, 7 сентября 2026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0881360" y="6355080"/>
            <a:ext cx="667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FB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4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716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Сейчас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691640"/>
            <a:ext cx="5486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Заявку на тендер КМ вручную рассылает в девять чатов в Telegram, вручную сводит девять ответов в одну таблицу, вручную ищет нотификации в реестре ЕАЭС и считает себестоимость девятью разными формулами. У каждого трейдера свой источник курса, своя надбавка, своя логистика.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1546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тендер: 17 позиций, 1 730 штук, 1,35 млн долларов. Заявка от 04.08.2026.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675120" y="13716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Почему это риск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675120" y="169164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Разрыв между первым и вторым предложением в реальном расчёте — 0,07 %. Победителя определяют доли процента.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675120" y="2514600"/>
            <a:ext cx="4846320" cy="1417320"/>
          </a:xfrm>
          <a:prstGeom prst="rect">
            <a:avLst/>
          </a:prstGeom>
          <a:solidFill>
            <a:srgbClr val="F0F3F3"/>
          </a:solidFill>
          <a:ln w="12700">
            <a:solidFill>
              <a:srgbClr val="F0F3F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903720" y="2697480"/>
            <a:ext cx="4389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файле от 25.06 надбавка 0,5 % по одному из трейдеров учтена дважды: и в курсе, и в цене. Это 15 рублей на единице при разрыве в 2 рубля. На позиции в 320 штук — 4 800 рублей и другой победитель тендера.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397764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Плюс к этому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43434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Нотификации не заполняются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749040" y="4343400"/>
            <a:ext cx="7799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 в одном полученном файле, проверять по факту нечего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472744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Файлы приходят грязными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3749040" y="4727448"/>
            <a:ext cx="7799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цена текстом «$825», в итоговой цене «$1425 orange, $1450 silver»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511149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шаблоне старая формула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3749040" y="5111496"/>
            <a:ext cx="7799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колонка «Статус позиции», внутри сложение от прежней версии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549554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Торг многораундовый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3749040" y="5495544"/>
            <a:ext cx="7799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форме от 04.08 два столбца таргета, в ТЗ описан разовый сбор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598932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i="1" dirty="0">
                <a:solidFill>
                  <a:srgbClr val="14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Аккуратностью это не лечится. Лечится системой, которая не принимает неправильные данные.</a:t>
            </a:r>
            <a:endParaRPr lang="en-US" sz="13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предлагаю сделать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0881360" y="6355080"/>
            <a:ext cx="667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FB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4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96012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Трейдер остаётся в своём чате в Telegram, бот сам отправляет запрос и забирает ответ. КМ получает готовую сводную: себестоимость в рублях, маржа к целевой РРЦ, покрытие, сроки. Позиция без нотификации блокируется, каждый расчёт сохраняется с курсами на дату.</a:t>
            </a:r>
            <a:endParaRPr lang="en-US" sz="1400" dirty="0"/>
          </a:p>
        </p:txBody>
      </p:sp>
      <p:pic>
        <p:nvPicPr>
          <p:cNvPr id="5" name="Image 0" descr="/home/user/tender_calculator/docs/img/05-diagr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0" y="1783080"/>
            <a:ext cx="8503920" cy="400507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594360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Пунктиром — вторая очередь. До неё потребность и РРЦ вводятся вручную. Стек: Python, Telegram, Vue, PostgreSQL, Docker.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Как это выглядит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6868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Макеты. Цифры посчитаны настоящей формулой на курсах из файла 25.06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0881360" y="6355080"/>
            <a:ext cx="667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FB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4</a:t>
            </a:r>
            <a:endParaRPr lang="en-US" sz="1000" dirty="0"/>
          </a:p>
        </p:txBody>
      </p:sp>
      <p:pic>
        <p:nvPicPr>
          <p:cNvPr id="5" name="Image 0" descr="/home/user/tender_calculator/docs/img/06-kabinet-w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80160"/>
            <a:ext cx="7589520" cy="4764024"/>
          </a:xfrm>
          <a:prstGeom prst="rect">
            <a:avLst/>
          </a:prstGeom>
        </p:spPr>
      </p:pic>
      <p:pic>
        <p:nvPicPr>
          <p:cNvPr id="6" name="Image 1" descr="/home/user/tender_calculator/docs/img/04-pho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1280160"/>
            <a:ext cx="1783080" cy="427024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40080" y="6108192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Кабинет КМ: все предложения по позиции, снизу разложение себестоимости по шагам. HuaXun заблокирован, нотификация не найдена.</a:t>
            </a:r>
            <a:endParaRPr lang="en-US" sz="1250" dirty="0"/>
          </a:p>
        </p:txBody>
      </p:sp>
      <p:sp>
        <p:nvSpPr>
          <p:cNvPr id="8" name="Text 4"/>
          <p:cNvSpPr txBox="1"/>
          <p:nvPr/>
        </p:nvSpPr>
        <p:spPr>
          <a:xfrm>
            <a:off x="8503920" y="566928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Форма трейдера в Telegram. Поля с типами: «1425 orange» отклоняется сразу.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Трудозатраты, кто делает, что прошу решить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0881360" y="6355080"/>
            <a:ext cx="667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FB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4</a:t>
            </a:r>
            <a:endParaRPr lang="en-US" sz="1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051560"/>
          <a:ext cx="685800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1005840"/>
                <a:gridCol w="12801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Работа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Кто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Чел-дни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Справочники и расчёт себестоимости, сверка на прошлых тендерах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мы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4–5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Приём и разбор ответов трейдеров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мы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3–4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Бот и форма в Telegram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мы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4–5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Кабинет менеджера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мы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4–5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Проверка нотификаций в реестре ЕАЭС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мы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2–6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Запуск и обкатка на двух живых тендерах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мы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5–8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Итого разработка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мы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22–33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Передача, приёмка, постановка на поддержку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5–10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Календарь до промышленной эксплуатации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2,5–3 мес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484632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Если отдавать задачу в IT целиком — 70–85 чел-дней и 2–2,5 месяца только на разработку.</a:t>
            </a:r>
            <a:endParaRPr lang="en-US" sz="1250" dirty="0"/>
          </a:p>
        </p:txBody>
      </p:sp>
      <p:sp>
        <p:nvSpPr>
          <p:cNvPr id="6" name="Text 3"/>
          <p:cNvSpPr txBox="1"/>
          <p:nvPr/>
        </p:nvSpPr>
        <p:spPr>
          <a:xfrm>
            <a:off x="7772400" y="105156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работы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772400" y="1371600"/>
            <a:ext cx="37490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Разработку делает управление e-commerce. Готовый сервис вместе с исходным кодом, автотестами и документацией передаём в IT. IT переносит его в управляемую среду, отвечает за доступность и заводит на help desk.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себестоимости — знание коммерции. Что 1,5 % это комиссия агента, а 1,25 % конвертация рублей в дирхамы, выяснялось в переписке с трейдерами, в ТЗ этого нет.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772400" y="4526280"/>
            <a:ext cx="3749040" cy="868680"/>
          </a:xfrm>
          <a:prstGeom prst="rect">
            <a:avLst/>
          </a:prstGeom>
          <a:solidFill>
            <a:srgbClr val="F0F3F3"/>
          </a:solidFill>
          <a:ln w="12700">
            <a:solidFill>
              <a:srgbClr val="F0F3F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955280" y="4681728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Условие: стек согласуем с IT до начала разработки. Если предложат свой, примем его.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54406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Прошу решить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640080" y="5760720"/>
            <a:ext cx="6858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Схема работы: разработка у нас, поддержка в IT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Поручить IT согласовать с нами стек до старта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Ставки сборов от финансов: пошлина, НДС, утиль, гарантия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Сервер на время разработки и токен Telegram-бота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7772400" y="566928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Пункты 3 и 4 нужны к концу первого этапа, старт не блокируют.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Тендерный калькулятор</dc:title>
  <dc:subject>PptxGenJS Presentation</dc:subject>
  <dc:creator>Управление e-commerce, ЗАО ПАТИО</dc:creator>
  <cp:lastModifiedBy>Управление e-commerce, ЗАО ПАТИО</cp:lastModifiedBy>
  <cp:revision>1</cp:revision>
  <dcterms:created xsi:type="dcterms:W3CDTF">2026-09-07T13:12:58Z</dcterms:created>
  <dcterms:modified xsi:type="dcterms:W3CDTF">2026-09-07T13:12:58Z</dcterms:modified>
</cp:coreProperties>
</file>