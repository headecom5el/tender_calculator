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поставлена 17 августа.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этап можно начинать сразу: сверка расчёта делается на тех ставках, которые фактически применялись в прошлых тендерах.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Тендерный калькулятор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 Apple у трейдеров. Что не так сейчас, что предлагаю сделать, сколько это займёт.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 Боровский, управление e-commerce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сентября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закупка работает сейчас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Рассылка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234440"/>
            <a:ext cx="8439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КМ заполняет Excel и вручную отправляет его в девять чатов в Telegram. Общая таблица запрещена, трейдеры не должны видеть друг друга.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75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Сбор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075688"/>
            <a:ext cx="8439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файлов приходят в девять чатов. КМ открывает каждый и переносит данные в сводную руками.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169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Нотификация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916936"/>
            <a:ext cx="8439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модели КМ ищет запись в реестре ЕАЭС вручную, пробуя латинскую и кириллическую «А».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58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Расчёт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758184"/>
            <a:ext cx="8439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считается девятью разными формулами. У каждого трейдера свой курс, своя надбавка, своя логистика.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920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тендер: 17 позиций, 1 730 штук, около 1,35 млн долларов (заявка от 04.08.2026). Тендеры идут регулярно.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сведение и расчёт уходит рабочий день. Каждый шаг можно сделать неправильно, и проверить это некому.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 этим не так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между первым и вторым предложением в реальном расчёте по позиции iPhone 17 256GB — 0,07 %. Победителя определяют доли процента, а считается это вручную.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1234440"/>
          </a:xfrm>
          <a:prstGeom prst="rect">
            <a:avLst/>
          </a:prstGeom>
          <a:solidFill>
            <a:srgbClr val="F0F3F3"/>
          </a:solidFill>
          <a:ln w="12700">
            <a:solidFill>
              <a:srgbClr val="F0F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файле от 25.06 надбавка 0,5 % по одному из трейдеров учтена дважды: и в курсе, и в цене. В переписке 19 августа трейдер ответил, что надбавка одна. Это 15 рублей на единице при разрыве между первым и вторым местом в 2 рубля. На позиции в 320 штук — 4 800 рублей и другой победитель.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Нотификации не заполняются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342900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в одном полученном файле колонки «Нотификация» и «Модель» не заполнены, проверять нечего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95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приходят грязными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995928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текстом «$825», в поле итоговой цены «$1425 orange, $1450 silver»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628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шаблоне старая формула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562856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названа «Статус позиции», внутри осталось сложение от прежней версии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29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 многораундовый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5129784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форме от 04.08 два столбца таргета с разными датами, в ТЗ описан разовый сбор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Аккуратностью это не лечится. Лечится системой, которая не принимает неправильные данные.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Девять трейдеров, девять формул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Природа надбавок разная, и выяснялась она в переписке с трейдерами.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1097280"/>
                <a:gridCol w="3474720"/>
                <a:gridCol w="15819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Трейдер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Валюта и источник курса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Надбавка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это за надбавка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Inonics trading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RUB, НБ РБ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добавляют наши финансы при оплате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цене, CIP Минск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Planet FZCO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RUB, инвестинг + 10 коп.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комиссия платёжного агента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7 $ за единицу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Shiva General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RUB, инвестинг + 10 коп.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комиссия платёжного агента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7 $ за единицу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Noviva DWC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RUB, ЦБ РФ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конвертация рублей в дирхамы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7 $ за единицу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KVN Group, Бигап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RUB, ЦБ РФ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добавляют наши финансы при оплате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7 $ за единицу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 Trade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CNY, инвестинг + 0,5 %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банка трейдера, не агентские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цене, DAP Минск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HuaXun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в формуле вписан числом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цене, CIP Минск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983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два трейдера, ETK и VVP, есть в файле сравнения, но отсутствуют в своде условий. Списки не согласованы.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предлагаю сделать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Трейдер остаётся в своём чате в Telegram. Бот сам отправляет запрос и сам забирает ответ. КМ работает в кабинете и получает готовую сводную: себестоимость в рублях, маржа к целевой РРЦ, покрытие, сроки. Нотификации проверяются автоматически. Каждый расчёт сохраняется с курсами на дату.</a:t>
            </a:r>
            <a:endParaRPr lang="en-US" sz="1450" dirty="0"/>
          </a:p>
        </p:txBody>
      </p:sp>
      <p:pic>
        <p:nvPicPr>
          <p:cNvPr id="5" name="Image 0" descr="/home/user/tender_calculator/docs/img/05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74520"/>
            <a:ext cx="8686800" cy="4087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Кабинет менеджера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4" name="Image 0" descr="/home/user/tender_calculator/docs/img/06-kabinet-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863840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78240" y="1188720"/>
            <a:ext cx="2834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позиция, все предложения в одной таблице.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Снизу разложение цифры по шагам: та же цепочка, которую КМ сегодня считает вручную.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без нотификации подсвечена и к выбору недоступна.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на макете посчитаны настоящей формулой на курсах из файла 25.06.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видит трейдер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Image 0" descr="/home/user/tender_calculator/docs/img/04-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051560"/>
            <a:ext cx="2011680" cy="4818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в Telegram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3474720" y="1234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кнопке из чата, без логина и пароля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с типами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2103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принимает только число, «1425 orange» отклоняется сразу, а не при разборе файла у нас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Обязательные поля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971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номер нотификации пропустить нельзя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840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трейдер видит только свои строки, других участников в интерфейсе нет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остаётся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7091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не хочет форму, отправляет файл в чат как раньше, бот его разберёт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считается себестоимость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Цена предложения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валюте оффера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Надбавка трейдера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673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и природа из справочника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03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Логистика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03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если базис поставки требует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Конвертация по траншам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734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платёж по курсу своей даты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Пошлина, НДС, утиль, гарантия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264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задаёт финансовая служба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Стоимость денег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предоплата стоит денег, отсрочка нет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25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Маржа к целевой РРЦ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325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в чём КМ принимает решение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29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числа в коде. Курсы, ставки и надбавки лежат в справочниках, каждый расчёт сохраняется целиком и пересчитывается задним числом.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0" y="1143000"/>
            <a:ext cx="3291840" cy="4206240"/>
          </a:xfrm>
          <a:prstGeom prst="rect">
            <a:avLst/>
          </a:prstGeom>
          <a:solidFill>
            <a:srgbClr val="F0F3F3"/>
          </a:solidFill>
          <a:ln w="12700">
            <a:solidFill>
              <a:srgbClr val="F0F3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делается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17373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и разбор файлов — Python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и форма — Telegram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— Vue, как на сайте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— PostgreSQL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— Docker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Снаружи берём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931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НБ РБ и ЦБ РФ автоматически. Курс инвестинга КМ вводит раз в день, публичного источника нет. Реестр ЕАЭС проверяем по каждой модели.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Позже можно подтянуть потребность и остатки из 1С:УТ, а РРЦ и продажи из Qlik. Без этого сервис работает, данные вводятся вручную.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делает и кто поддерживает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679399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происходит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Разработка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e-commerce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делаем сервис целиком: справочники, расчёт, бот, форма трейдера, кабинет, проверка нотификаций, обкатка на живых тендерах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Передача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 →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отдаём исходный код, схему данных, автотесты расчёта на прошлых тендерах, инструкцию по развёртыванию, описание методики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Эксплуатация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переносят в управляемую среду, отвечают за доступность, резервные копии и доступы, заводят на help desk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434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отвечаем за то, что сервис правильно считает. IT отвечает за то, что он работает и поддерживается. Инфраструктуры и дежурства в управлении e-commerce нет, держать их у себя не предлагаю.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0F3F3"/>
          </a:solidFill>
          <a:ln w="12700">
            <a:solidFill>
              <a:srgbClr val="F0F3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5285232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Условие: технологический стек согласуем с IT до начала разработки. Тогда на приёмке обсуждается качество кода, а не выбор языка и базы. Если IT предложит свой стек, примем его.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08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функциональности остаётся за нами: новый трейдер, изменение методики, новые справочники.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Трудозатраты и сроки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08792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1828800"/>
                <a:gridCol w="13990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Чел-дни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Справочники и расчёт себестоимости, сверка на прошлых тендерах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Приём и разбор ответов трейдеров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Бот и форма в Telegram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 менеджера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 нотификаций в реестре ЕАЭС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Запуск и обкатка на двух живых тендерах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разработка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Передача, приёмка, постановка на поддержку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Календарь до промышленной эксплуатации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2,5–3 мес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3035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упирается не в скорость разработки, а в обкатку на живых тендерах и в согласования: ставки сборов от финансов, сервер и токен бота.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отдавать задачу в IT целиком — 70–85 чел-дней и 2–2,5 месяца только на разработку, без учёта времени на погружение в предметную область.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и что прошу решить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35508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ЕАЭС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508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неизвестно, отдаёт ли данные машине. День разведки в начале, если нет — плюс 4 дня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трейдеров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468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нотификацию сейчас не заполняют. Делаем поля обязательными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сборов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множитель 1,24 в файле это компромисс. Без ставок от финансов расчёт нечем принимать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инвестинга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389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публичного источника нет, КМ вводит раз в день. Это решение, а не недоработка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097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Прошу решить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508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работы: разработка у нас, поддержка в IT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468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Поручить IT согласовать с нами стек до старта работ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429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сборов от финансовой службы: пошлина, НДС, утиль, гарантия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389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на время разработки и токен Telegram-бота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Пункты 3 и 4 нужны к концу первого этапа и старт не блокируют.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Тендерный калькулятор</dc:title>
  <dc:subject>PptxGenJS Presentation</dc:subject>
  <dc:creator>Управление e-commerce, ЗАО ПАТИО</dc:creator>
  <cp:lastModifiedBy>Управление e-commerce, ЗАО ПАТИО</cp:lastModifiedBy>
  <cp:revision>1</cp:revision>
  <dcterms:created xsi:type="dcterms:W3CDTF">2026-09-07T12:49:03Z</dcterms:created>
  <dcterms:modified xsi:type="dcterms:W3CDTF">2026-09-07T12:49:03Z</dcterms:modified>
</cp:coreProperties>
</file>